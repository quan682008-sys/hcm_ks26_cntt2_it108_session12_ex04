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ca bệnh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Viêm hô hấp cấp</c:v>
                </c:pt>
                <c:pt idx="1">
                  <c:v>Cúm mùa (A/B)</c:v>
                </c:pt>
                <c:pt idx="2">
                  <c:v>Sốt xuất huyết</c:v>
                </c:pt>
                <c:pt idx="3">
                  <c:v>Covid-19</c:v>
                </c:pt>
                <c:pt idx="4">
                  <c:v>Bệnh lý khác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26</c:v>
                </c:pt>
                <c:pt idx="2">
                  <c:v>18</c:v>
                </c:pt>
                <c:pt idx="3">
                  <c:v>12</c:v>
                </c:pt>
                <c:pt idx="4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BỆNH HÔ HẤP VÀ CÚM MÙA CHIẾM 58% TỔNG SỐ CA KHÁM TRONG ĐỢT BÙNG PHÁT THÁNG 10</a:t>
            </a:r>
          </a:p>
          <a:p>
            <a:pPr>
              <a:defRPr sz="1200">
                <a:solidFill>
                  <a:srgbClr val="14B8A6"/>
                </a:solidFill>
              </a:defRPr>
            </a:pPr>
            <a:r>
              <a:t>Cơ cấu 1.000 hồ sơ bệnh nhân tại Clinic-Cloud | Khuyến nghị tăng cường cơ số thuốc kháng virus và phòng cách ly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62179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1645920"/>
            <a:ext cx="42976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b="1" sz="1400">
                <a:solidFill>
                  <a:srgbClr val="14B8A6"/>
                </a:solidFill>
              </a:defRPr>
            </a:pPr>
            <a:r>
              <a:t>CHỈ SỐ DỊCH TỄ VÀ BẢO MẬT EMR</a:t>
            </a:r>
          </a:p>
          <a:p>
            <a:pPr>
              <a:spcBef>
                <a:spcPts val="1400"/>
              </a:spcBef>
              <a:defRPr sz="1100">
                <a:solidFill>
                  <a:srgbClr val="E2E8F0"/>
                </a:solidFill>
              </a:defRPr>
            </a:pPr>
            <a:r>
              <a:t>• Dịch bệnh đường thở áp đảo: Tổng ca hô hấp cấp và cúm đạt 580/1.000 ca, tăng 34% so với tháng trước.</a:t>
            </a:r>
          </a:p>
          <a:p>
            <a:pPr>
              <a:spcBef>
                <a:spcPts val="1400"/>
              </a:spcBef>
              <a:defRPr sz="1100">
                <a:solidFill>
                  <a:srgbClr val="E2E8F0"/>
                </a:solidFill>
              </a:defRPr>
            </a:pPr>
            <a:r>
              <a:t>• Bảo mật thông tin ca nhiễm: 100% hồ sơ bệnh nhân nhóm bệnh truyền nhiễm được mã hóa danh tính theo chuẩn HIPAA.</a:t>
            </a:r>
          </a:p>
          <a:p>
            <a:pPr>
              <a:spcBef>
                <a:spcPts val="1400"/>
              </a:spcBef>
              <a:defRPr sz="1100">
                <a:solidFill>
                  <a:srgbClr val="E2E8F0"/>
                </a:solidFill>
              </a:defRPr>
            </a:pPr>
            <a:r>
              <a:t>• Khắc phục bẫy ô trống dữ liệu: Áp dụng Database Mindset, chuẩn hóa 1.000 dòng liên tục không làm ngắt quãng AutoFilter.</a:t>
            </a:r>
          </a:p>
          <a:p>
            <a:pPr>
              <a:spcBef>
                <a:spcPts val="1400"/>
              </a:spcBef>
              <a:defRPr sz="1100">
                <a:solidFill>
                  <a:srgbClr val="E2E8F0"/>
                </a:solidFill>
              </a:defRPr>
            </a:pPr>
            <a:r>
              <a:t>• Kế hoạch điều phối: Ưu tiên phân luồng phòng khám cách ly riêng tại tầng trệt để ngăn lây nhiễm chéo.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